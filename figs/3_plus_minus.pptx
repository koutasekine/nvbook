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-132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967D-7C38-4E8F-BFC5-489F229275B0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4A5F-3553-4CAA-A728-9B24C580E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36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967D-7C38-4E8F-BFC5-489F229275B0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4A5F-3553-4CAA-A728-9B24C580E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12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967D-7C38-4E8F-BFC5-489F229275B0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4A5F-3553-4CAA-A728-9B24C580E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988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967D-7C38-4E8F-BFC5-489F229275B0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4A5F-3553-4CAA-A728-9B24C580E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0759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967D-7C38-4E8F-BFC5-489F229275B0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4A5F-3553-4CAA-A728-9B24C580E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992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967D-7C38-4E8F-BFC5-489F229275B0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4A5F-3553-4CAA-A728-9B24C580E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5297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967D-7C38-4E8F-BFC5-489F229275B0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4A5F-3553-4CAA-A728-9B24C580E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784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967D-7C38-4E8F-BFC5-489F229275B0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4A5F-3553-4CAA-A728-9B24C580E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01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967D-7C38-4E8F-BFC5-489F229275B0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4A5F-3553-4CAA-A728-9B24C580E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962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967D-7C38-4E8F-BFC5-489F229275B0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4A5F-3553-4CAA-A728-9B24C580E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51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967D-7C38-4E8F-BFC5-489F229275B0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4A5F-3553-4CAA-A728-9B24C580E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11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2967D-7C38-4E8F-BFC5-489F229275B0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CC4A5F-3553-4CAA-A728-9B24C580E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85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2109252" y="1683862"/>
            <a:ext cx="4896544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円/楕円 6"/>
          <p:cNvSpPr/>
          <p:nvPr/>
        </p:nvSpPr>
        <p:spPr>
          <a:xfrm>
            <a:off x="3620001" y="161185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91880" y="1716063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ja-JP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円/楕円 8"/>
          <p:cNvSpPr/>
          <p:nvPr/>
        </p:nvSpPr>
        <p:spPr>
          <a:xfrm>
            <a:off x="5284460" y="161185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6451828" y="161185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/>
          <p:cNvCxnSpPr/>
          <p:nvPr/>
        </p:nvCxnSpPr>
        <p:spPr>
          <a:xfrm flipV="1">
            <a:off x="5780896" y="1716064"/>
            <a:ext cx="0" cy="47185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4798267" y="2180297"/>
            <a:ext cx="1943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number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kumimoji="1" lang="ja-JP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U ターン矢印 17"/>
          <p:cNvSpPr/>
          <p:nvPr/>
        </p:nvSpPr>
        <p:spPr>
          <a:xfrm>
            <a:off x="5754608" y="908720"/>
            <a:ext cx="962392" cy="752282"/>
          </a:xfrm>
          <a:prstGeom prst="uturnArrow">
            <a:avLst>
              <a:gd name="adj1" fmla="val 7684"/>
              <a:gd name="adj2" fmla="val 25000"/>
              <a:gd name="adj3" fmla="val 15594"/>
              <a:gd name="adj4" fmla="val 43750"/>
              <a:gd name="adj5" fmla="val 9126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9" name="U ターン矢印 18"/>
          <p:cNvSpPr/>
          <p:nvPr/>
        </p:nvSpPr>
        <p:spPr>
          <a:xfrm flipH="1">
            <a:off x="5204832" y="908720"/>
            <a:ext cx="592812" cy="752282"/>
          </a:xfrm>
          <a:prstGeom prst="uturnArrow">
            <a:avLst>
              <a:gd name="adj1" fmla="val 7684"/>
              <a:gd name="adj2" fmla="val 25000"/>
              <a:gd name="adj3" fmla="val 15594"/>
              <a:gd name="adj4" fmla="val 43750"/>
              <a:gd name="adj5" fmla="val 9126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0" name="直線コネクタ 19"/>
          <p:cNvCxnSpPr/>
          <p:nvPr/>
        </p:nvCxnSpPr>
        <p:spPr>
          <a:xfrm>
            <a:off x="2108488" y="4487124"/>
            <a:ext cx="4896544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円/楕円 20"/>
          <p:cNvSpPr/>
          <p:nvPr/>
        </p:nvSpPr>
        <p:spPr>
          <a:xfrm>
            <a:off x="5636225" y="441511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508104" y="4519325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ja-JP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円/楕円 22"/>
          <p:cNvSpPr/>
          <p:nvPr/>
        </p:nvSpPr>
        <p:spPr>
          <a:xfrm>
            <a:off x="2573492" y="441511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円/楕円 23"/>
          <p:cNvSpPr/>
          <p:nvPr/>
        </p:nvSpPr>
        <p:spPr>
          <a:xfrm>
            <a:off x="3740860" y="441511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矢印コネクタ 24"/>
          <p:cNvCxnSpPr/>
          <p:nvPr/>
        </p:nvCxnSpPr>
        <p:spPr>
          <a:xfrm flipV="1">
            <a:off x="3069928" y="4519326"/>
            <a:ext cx="0" cy="47185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/>
          <p:cNvSpPr txBox="1"/>
          <p:nvPr/>
        </p:nvSpPr>
        <p:spPr>
          <a:xfrm>
            <a:off x="2103655" y="4983559"/>
            <a:ext cx="1943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number </a:t>
            </a:r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kumimoji="1" lang="ja-JP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U ターン矢印 26"/>
          <p:cNvSpPr/>
          <p:nvPr/>
        </p:nvSpPr>
        <p:spPr>
          <a:xfrm>
            <a:off x="3043640" y="3711982"/>
            <a:ext cx="962392" cy="752282"/>
          </a:xfrm>
          <a:prstGeom prst="uturnArrow">
            <a:avLst>
              <a:gd name="adj1" fmla="val 7684"/>
              <a:gd name="adj2" fmla="val 25000"/>
              <a:gd name="adj3" fmla="val 15594"/>
              <a:gd name="adj4" fmla="val 43750"/>
              <a:gd name="adj5" fmla="val 9126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8" name="U ターン矢印 27"/>
          <p:cNvSpPr/>
          <p:nvPr/>
        </p:nvSpPr>
        <p:spPr>
          <a:xfrm flipH="1">
            <a:off x="2493864" y="3711982"/>
            <a:ext cx="592812" cy="752282"/>
          </a:xfrm>
          <a:prstGeom prst="uturnArrow">
            <a:avLst>
              <a:gd name="adj1" fmla="val 7684"/>
              <a:gd name="adj2" fmla="val 25000"/>
              <a:gd name="adj3" fmla="val 15594"/>
              <a:gd name="adj4" fmla="val 43750"/>
              <a:gd name="adj5" fmla="val 9126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5938842" y="54283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△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kumimoji="1" lang="ja-JP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5354350" y="54868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▽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kumimoji="1" lang="ja-JP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3251785" y="333413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△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kumimoji="1" lang="ja-JP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2667293" y="333997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▽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kumimoji="1" lang="ja-JP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78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</Words>
  <Application>Microsoft Office PowerPoint</Application>
  <PresentationFormat>画面に合わせる (4:3)</PresentationFormat>
  <Paragraphs>8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​​テーマ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Kouta Sekine</dc:creator>
  <cp:lastModifiedBy>Kouta Sekine</cp:lastModifiedBy>
  <cp:revision>2</cp:revision>
  <dcterms:created xsi:type="dcterms:W3CDTF">2015-08-26T09:54:15Z</dcterms:created>
  <dcterms:modified xsi:type="dcterms:W3CDTF">2015-08-26T10:07:44Z</dcterms:modified>
</cp:coreProperties>
</file>