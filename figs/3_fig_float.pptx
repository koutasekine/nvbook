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801600" cy="9601200" type="A3"/>
  <p:notesSz cx="6858000" cy="9144000"/>
  <p:defaultTextStyle>
    <a:defPPr>
      <a:defRPr lang="ja-JP"/>
    </a:defPPr>
    <a:lvl1pPr marL="0" algn="l" defTabSz="1280108" rtl="0" eaLnBrk="1" latinLnBrk="0" hangingPunct="1">
      <a:defRPr kumimoji="1" sz="2500" kern="1200">
        <a:solidFill>
          <a:schemeClr val="tx1"/>
        </a:solidFill>
        <a:latin typeface="+mn-lt"/>
        <a:ea typeface="+mn-ea"/>
        <a:cs typeface="+mn-cs"/>
      </a:defRPr>
    </a:lvl1pPr>
    <a:lvl2pPr marL="640055" algn="l" defTabSz="1280108" rtl="0" eaLnBrk="1" latinLnBrk="0" hangingPunct="1">
      <a:defRPr kumimoji="1" sz="2500" kern="1200">
        <a:solidFill>
          <a:schemeClr val="tx1"/>
        </a:solidFill>
        <a:latin typeface="+mn-lt"/>
        <a:ea typeface="+mn-ea"/>
        <a:cs typeface="+mn-cs"/>
      </a:defRPr>
    </a:lvl2pPr>
    <a:lvl3pPr marL="1280108" algn="l" defTabSz="1280108" rtl="0" eaLnBrk="1" latinLnBrk="0" hangingPunct="1">
      <a:defRPr kumimoji="1" sz="2500" kern="1200">
        <a:solidFill>
          <a:schemeClr val="tx1"/>
        </a:solidFill>
        <a:latin typeface="+mn-lt"/>
        <a:ea typeface="+mn-ea"/>
        <a:cs typeface="+mn-cs"/>
      </a:defRPr>
    </a:lvl3pPr>
    <a:lvl4pPr marL="1920163" algn="l" defTabSz="1280108" rtl="0" eaLnBrk="1" latinLnBrk="0" hangingPunct="1">
      <a:defRPr kumimoji="1" sz="2500" kern="1200">
        <a:solidFill>
          <a:schemeClr val="tx1"/>
        </a:solidFill>
        <a:latin typeface="+mn-lt"/>
        <a:ea typeface="+mn-ea"/>
        <a:cs typeface="+mn-cs"/>
      </a:defRPr>
    </a:lvl4pPr>
    <a:lvl5pPr marL="2560218" algn="l" defTabSz="1280108" rtl="0" eaLnBrk="1" latinLnBrk="0" hangingPunct="1">
      <a:defRPr kumimoji="1" sz="2500" kern="1200">
        <a:solidFill>
          <a:schemeClr val="tx1"/>
        </a:solidFill>
        <a:latin typeface="+mn-lt"/>
        <a:ea typeface="+mn-ea"/>
        <a:cs typeface="+mn-cs"/>
      </a:defRPr>
    </a:lvl5pPr>
    <a:lvl6pPr marL="3200273" algn="l" defTabSz="1280108" rtl="0" eaLnBrk="1" latinLnBrk="0" hangingPunct="1">
      <a:defRPr kumimoji="1" sz="2500" kern="1200">
        <a:solidFill>
          <a:schemeClr val="tx1"/>
        </a:solidFill>
        <a:latin typeface="+mn-lt"/>
        <a:ea typeface="+mn-ea"/>
        <a:cs typeface="+mn-cs"/>
      </a:defRPr>
    </a:lvl6pPr>
    <a:lvl7pPr marL="3840326" algn="l" defTabSz="1280108" rtl="0" eaLnBrk="1" latinLnBrk="0" hangingPunct="1">
      <a:defRPr kumimoji="1" sz="2500" kern="1200">
        <a:solidFill>
          <a:schemeClr val="tx1"/>
        </a:solidFill>
        <a:latin typeface="+mn-lt"/>
        <a:ea typeface="+mn-ea"/>
        <a:cs typeface="+mn-cs"/>
      </a:defRPr>
    </a:lvl7pPr>
    <a:lvl8pPr marL="4480381" algn="l" defTabSz="1280108" rtl="0" eaLnBrk="1" latinLnBrk="0" hangingPunct="1">
      <a:defRPr kumimoji="1" sz="2500" kern="1200">
        <a:solidFill>
          <a:schemeClr val="tx1"/>
        </a:solidFill>
        <a:latin typeface="+mn-lt"/>
        <a:ea typeface="+mn-ea"/>
        <a:cs typeface="+mn-cs"/>
      </a:defRPr>
    </a:lvl8pPr>
    <a:lvl9pPr marL="5120436" algn="l" defTabSz="1280108" rtl="0" eaLnBrk="1" latinLnBrk="0" hangingPunct="1">
      <a:defRPr kumimoji="1" sz="25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-1350" y="-126"/>
      </p:cViewPr>
      <p:guideLst>
        <p:guide orient="horz" pos="3024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BDA7DF-2C17-4468-9AF5-09F06C3B525F}" type="datetimeFigureOut">
              <a:rPr kumimoji="1" lang="ja-JP" altLang="en-US" smtClean="0"/>
              <a:t>2015/8/26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87A1D-9D9D-43C8-9EC9-72C6CB5172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4921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80108" rtl="0" eaLnBrk="1" latinLnBrk="0" hangingPunct="1">
      <a:defRPr kumimoji="1" sz="1700" kern="1200">
        <a:solidFill>
          <a:schemeClr val="tx1"/>
        </a:solidFill>
        <a:latin typeface="+mn-lt"/>
        <a:ea typeface="+mn-ea"/>
        <a:cs typeface="+mn-cs"/>
      </a:defRPr>
    </a:lvl1pPr>
    <a:lvl2pPr marL="640055" algn="l" defTabSz="1280108" rtl="0" eaLnBrk="1" latinLnBrk="0" hangingPunct="1">
      <a:defRPr kumimoji="1" sz="1700" kern="1200">
        <a:solidFill>
          <a:schemeClr val="tx1"/>
        </a:solidFill>
        <a:latin typeface="+mn-lt"/>
        <a:ea typeface="+mn-ea"/>
        <a:cs typeface="+mn-cs"/>
      </a:defRPr>
    </a:lvl2pPr>
    <a:lvl3pPr marL="1280108" algn="l" defTabSz="1280108" rtl="0" eaLnBrk="1" latinLnBrk="0" hangingPunct="1">
      <a:defRPr kumimoji="1" sz="1700" kern="1200">
        <a:solidFill>
          <a:schemeClr val="tx1"/>
        </a:solidFill>
        <a:latin typeface="+mn-lt"/>
        <a:ea typeface="+mn-ea"/>
        <a:cs typeface="+mn-cs"/>
      </a:defRPr>
    </a:lvl3pPr>
    <a:lvl4pPr marL="1920163" algn="l" defTabSz="1280108" rtl="0" eaLnBrk="1" latinLnBrk="0" hangingPunct="1">
      <a:defRPr kumimoji="1" sz="1700" kern="1200">
        <a:solidFill>
          <a:schemeClr val="tx1"/>
        </a:solidFill>
        <a:latin typeface="+mn-lt"/>
        <a:ea typeface="+mn-ea"/>
        <a:cs typeface="+mn-cs"/>
      </a:defRPr>
    </a:lvl4pPr>
    <a:lvl5pPr marL="2560218" algn="l" defTabSz="1280108" rtl="0" eaLnBrk="1" latinLnBrk="0" hangingPunct="1">
      <a:defRPr kumimoji="1" sz="1700" kern="1200">
        <a:solidFill>
          <a:schemeClr val="tx1"/>
        </a:solidFill>
        <a:latin typeface="+mn-lt"/>
        <a:ea typeface="+mn-ea"/>
        <a:cs typeface="+mn-cs"/>
      </a:defRPr>
    </a:lvl5pPr>
    <a:lvl6pPr marL="3200273" algn="l" defTabSz="1280108" rtl="0" eaLnBrk="1" latinLnBrk="0" hangingPunct="1">
      <a:defRPr kumimoji="1" sz="1700" kern="1200">
        <a:solidFill>
          <a:schemeClr val="tx1"/>
        </a:solidFill>
        <a:latin typeface="+mn-lt"/>
        <a:ea typeface="+mn-ea"/>
        <a:cs typeface="+mn-cs"/>
      </a:defRPr>
    </a:lvl6pPr>
    <a:lvl7pPr marL="3840326" algn="l" defTabSz="1280108" rtl="0" eaLnBrk="1" latinLnBrk="0" hangingPunct="1">
      <a:defRPr kumimoji="1" sz="1700" kern="1200">
        <a:solidFill>
          <a:schemeClr val="tx1"/>
        </a:solidFill>
        <a:latin typeface="+mn-lt"/>
        <a:ea typeface="+mn-ea"/>
        <a:cs typeface="+mn-cs"/>
      </a:defRPr>
    </a:lvl7pPr>
    <a:lvl8pPr marL="4480381" algn="l" defTabSz="1280108" rtl="0" eaLnBrk="1" latinLnBrk="0" hangingPunct="1">
      <a:defRPr kumimoji="1" sz="1700" kern="1200">
        <a:solidFill>
          <a:schemeClr val="tx1"/>
        </a:solidFill>
        <a:latin typeface="+mn-lt"/>
        <a:ea typeface="+mn-ea"/>
        <a:cs typeface="+mn-cs"/>
      </a:defRPr>
    </a:lvl8pPr>
    <a:lvl9pPr marL="5120436" algn="l" defTabSz="1280108" rtl="0" eaLnBrk="1" latinLnBrk="0" hangingPunct="1">
      <a:defRPr kumimoji="1"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D87A1D-9D9D-43C8-9EC9-72C6CB5172C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9945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960120" y="2982597"/>
            <a:ext cx="10881360" cy="205803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920240" y="5440680"/>
            <a:ext cx="8961120" cy="24536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400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801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201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560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00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8403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480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1204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B980D-87E1-4605-B254-C7A49BAE31F4}" type="datetimeFigureOut">
              <a:rPr kumimoji="1" lang="ja-JP" altLang="en-US" smtClean="0"/>
              <a:t>2015/8/26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65CFA-5A16-4041-B18D-F4255D04F3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1732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B980D-87E1-4605-B254-C7A49BAE31F4}" type="datetimeFigureOut">
              <a:rPr kumimoji="1" lang="ja-JP" altLang="en-US" smtClean="0"/>
              <a:t>2015/8/26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65CFA-5A16-4041-B18D-F4255D04F3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8480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11238" y="6169662"/>
            <a:ext cx="10881360" cy="1906905"/>
          </a:xfrm>
        </p:spPr>
        <p:txBody>
          <a:bodyPr anchor="t"/>
          <a:lstStyle>
            <a:lvl1pPr algn="l">
              <a:defRPr sz="56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11238" y="4069399"/>
            <a:ext cx="10881360" cy="2100262"/>
          </a:xfrm>
        </p:spPr>
        <p:txBody>
          <a:bodyPr anchor="b"/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640055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2pPr>
            <a:lvl3pPr marL="128010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3pPr>
            <a:lvl4pPr marL="1920163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256021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3200273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384032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448038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512043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B980D-87E1-4605-B254-C7A49BAE31F4}" type="datetimeFigureOut">
              <a:rPr kumimoji="1" lang="ja-JP" altLang="en-US" smtClean="0"/>
              <a:t>2015/8/26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65CFA-5A16-4041-B18D-F4255D04F3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6287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640080" y="2240281"/>
            <a:ext cx="5654040" cy="6336348"/>
          </a:xfrm>
        </p:spPr>
        <p:txBody>
          <a:bodyPr/>
          <a:lstStyle>
            <a:lvl1pPr>
              <a:defRPr sz="3900"/>
            </a:lvl1pPr>
            <a:lvl2pPr>
              <a:defRPr sz="3400"/>
            </a:lvl2pPr>
            <a:lvl3pPr>
              <a:defRPr sz="28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507480" y="2240281"/>
            <a:ext cx="5654040" cy="6336348"/>
          </a:xfrm>
        </p:spPr>
        <p:txBody>
          <a:bodyPr/>
          <a:lstStyle>
            <a:lvl1pPr>
              <a:defRPr sz="3900"/>
            </a:lvl1pPr>
            <a:lvl2pPr>
              <a:defRPr sz="3400"/>
            </a:lvl2pPr>
            <a:lvl3pPr>
              <a:defRPr sz="28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B980D-87E1-4605-B254-C7A49BAE31F4}" type="datetimeFigureOut">
              <a:rPr kumimoji="1" lang="ja-JP" altLang="en-US" smtClean="0"/>
              <a:t>2015/8/26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65CFA-5A16-4041-B18D-F4255D04F3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4619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40080" y="2149158"/>
            <a:ext cx="5656263" cy="895667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40055" indent="0">
              <a:buNone/>
              <a:defRPr sz="2800" b="1"/>
            </a:lvl2pPr>
            <a:lvl3pPr marL="1280108" indent="0">
              <a:buNone/>
              <a:defRPr sz="2500" b="1"/>
            </a:lvl3pPr>
            <a:lvl4pPr marL="1920163" indent="0">
              <a:buNone/>
              <a:defRPr sz="2200" b="1"/>
            </a:lvl4pPr>
            <a:lvl5pPr marL="2560218" indent="0">
              <a:buNone/>
              <a:defRPr sz="2200" b="1"/>
            </a:lvl5pPr>
            <a:lvl6pPr marL="3200273" indent="0">
              <a:buNone/>
              <a:defRPr sz="2200" b="1"/>
            </a:lvl6pPr>
            <a:lvl7pPr marL="3840326" indent="0">
              <a:buNone/>
              <a:defRPr sz="2200" b="1"/>
            </a:lvl7pPr>
            <a:lvl8pPr marL="4480381" indent="0">
              <a:buNone/>
              <a:defRPr sz="2200" b="1"/>
            </a:lvl8pPr>
            <a:lvl9pPr marL="5120436" indent="0">
              <a:buNone/>
              <a:defRPr sz="22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40080" y="3044825"/>
            <a:ext cx="5656263" cy="5531803"/>
          </a:xfrm>
        </p:spPr>
        <p:txBody>
          <a:bodyPr/>
          <a:lstStyle>
            <a:lvl1pPr>
              <a:defRPr sz="3400"/>
            </a:lvl1pPr>
            <a:lvl2pPr>
              <a:defRPr sz="28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503037" y="2149158"/>
            <a:ext cx="5658485" cy="895667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40055" indent="0">
              <a:buNone/>
              <a:defRPr sz="2800" b="1"/>
            </a:lvl2pPr>
            <a:lvl3pPr marL="1280108" indent="0">
              <a:buNone/>
              <a:defRPr sz="2500" b="1"/>
            </a:lvl3pPr>
            <a:lvl4pPr marL="1920163" indent="0">
              <a:buNone/>
              <a:defRPr sz="2200" b="1"/>
            </a:lvl4pPr>
            <a:lvl5pPr marL="2560218" indent="0">
              <a:buNone/>
              <a:defRPr sz="2200" b="1"/>
            </a:lvl5pPr>
            <a:lvl6pPr marL="3200273" indent="0">
              <a:buNone/>
              <a:defRPr sz="2200" b="1"/>
            </a:lvl6pPr>
            <a:lvl7pPr marL="3840326" indent="0">
              <a:buNone/>
              <a:defRPr sz="2200" b="1"/>
            </a:lvl7pPr>
            <a:lvl8pPr marL="4480381" indent="0">
              <a:buNone/>
              <a:defRPr sz="2200" b="1"/>
            </a:lvl8pPr>
            <a:lvl9pPr marL="5120436" indent="0">
              <a:buNone/>
              <a:defRPr sz="22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503037" y="3044825"/>
            <a:ext cx="5658485" cy="5531803"/>
          </a:xfrm>
        </p:spPr>
        <p:txBody>
          <a:bodyPr/>
          <a:lstStyle>
            <a:lvl1pPr>
              <a:defRPr sz="3400"/>
            </a:lvl1pPr>
            <a:lvl2pPr>
              <a:defRPr sz="28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B980D-87E1-4605-B254-C7A49BAE31F4}" type="datetimeFigureOut">
              <a:rPr kumimoji="1" lang="ja-JP" altLang="en-US" smtClean="0"/>
              <a:t>2015/8/26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65CFA-5A16-4041-B18D-F4255D04F3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1355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B980D-87E1-4605-B254-C7A49BAE31F4}" type="datetimeFigureOut">
              <a:rPr kumimoji="1" lang="ja-JP" altLang="en-US" smtClean="0"/>
              <a:t>2015/8/26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65CFA-5A16-4041-B18D-F4255D04F3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3758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B980D-87E1-4605-B254-C7A49BAE31F4}" type="datetimeFigureOut">
              <a:rPr kumimoji="1" lang="ja-JP" altLang="en-US" smtClean="0"/>
              <a:t>2015/8/26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65CFA-5A16-4041-B18D-F4255D04F3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8214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40081" y="382270"/>
            <a:ext cx="4211638" cy="1626870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005070" y="382271"/>
            <a:ext cx="7156450" cy="8194358"/>
          </a:xfrm>
        </p:spPr>
        <p:txBody>
          <a:bodyPr/>
          <a:lstStyle>
            <a:lvl1pPr>
              <a:defRPr sz="4500"/>
            </a:lvl1pPr>
            <a:lvl2pPr>
              <a:defRPr sz="3900"/>
            </a:lvl2pPr>
            <a:lvl3pPr>
              <a:defRPr sz="34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40081" y="2009141"/>
            <a:ext cx="4211638" cy="6567488"/>
          </a:xfrm>
        </p:spPr>
        <p:txBody>
          <a:bodyPr/>
          <a:lstStyle>
            <a:lvl1pPr marL="0" indent="0">
              <a:buNone/>
              <a:defRPr sz="2000"/>
            </a:lvl1pPr>
            <a:lvl2pPr marL="640055" indent="0">
              <a:buNone/>
              <a:defRPr sz="1700"/>
            </a:lvl2pPr>
            <a:lvl3pPr marL="1280108" indent="0">
              <a:buNone/>
              <a:defRPr sz="1400"/>
            </a:lvl3pPr>
            <a:lvl4pPr marL="1920163" indent="0">
              <a:buNone/>
              <a:defRPr sz="1300"/>
            </a:lvl4pPr>
            <a:lvl5pPr marL="2560218" indent="0">
              <a:buNone/>
              <a:defRPr sz="1300"/>
            </a:lvl5pPr>
            <a:lvl6pPr marL="3200273" indent="0">
              <a:buNone/>
              <a:defRPr sz="1300"/>
            </a:lvl6pPr>
            <a:lvl7pPr marL="3840326" indent="0">
              <a:buNone/>
              <a:defRPr sz="1300"/>
            </a:lvl7pPr>
            <a:lvl8pPr marL="4480381" indent="0">
              <a:buNone/>
              <a:defRPr sz="1300"/>
            </a:lvl8pPr>
            <a:lvl9pPr marL="5120436" indent="0">
              <a:buNone/>
              <a:defRPr sz="13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B980D-87E1-4605-B254-C7A49BAE31F4}" type="datetimeFigureOut">
              <a:rPr kumimoji="1" lang="ja-JP" altLang="en-US" smtClean="0"/>
              <a:t>2015/8/26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65CFA-5A16-4041-B18D-F4255D04F3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651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509203" y="6720840"/>
            <a:ext cx="7680960" cy="793433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2509203" y="857885"/>
            <a:ext cx="7680960" cy="5760720"/>
          </a:xfrm>
        </p:spPr>
        <p:txBody>
          <a:bodyPr/>
          <a:lstStyle>
            <a:lvl1pPr marL="0" indent="0">
              <a:buNone/>
              <a:defRPr sz="4500"/>
            </a:lvl1pPr>
            <a:lvl2pPr marL="640055" indent="0">
              <a:buNone/>
              <a:defRPr sz="3900"/>
            </a:lvl2pPr>
            <a:lvl3pPr marL="1280108" indent="0">
              <a:buNone/>
              <a:defRPr sz="3400"/>
            </a:lvl3pPr>
            <a:lvl4pPr marL="1920163" indent="0">
              <a:buNone/>
              <a:defRPr sz="2800"/>
            </a:lvl4pPr>
            <a:lvl5pPr marL="2560218" indent="0">
              <a:buNone/>
              <a:defRPr sz="2800"/>
            </a:lvl5pPr>
            <a:lvl6pPr marL="3200273" indent="0">
              <a:buNone/>
              <a:defRPr sz="2800"/>
            </a:lvl6pPr>
            <a:lvl7pPr marL="3840326" indent="0">
              <a:buNone/>
              <a:defRPr sz="2800"/>
            </a:lvl7pPr>
            <a:lvl8pPr marL="4480381" indent="0">
              <a:buNone/>
              <a:defRPr sz="2800"/>
            </a:lvl8pPr>
            <a:lvl9pPr marL="5120436" indent="0">
              <a:buNone/>
              <a:defRPr sz="28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2509203" y="7514273"/>
            <a:ext cx="7680960" cy="1126807"/>
          </a:xfrm>
        </p:spPr>
        <p:txBody>
          <a:bodyPr/>
          <a:lstStyle>
            <a:lvl1pPr marL="0" indent="0">
              <a:buNone/>
              <a:defRPr sz="2000"/>
            </a:lvl1pPr>
            <a:lvl2pPr marL="640055" indent="0">
              <a:buNone/>
              <a:defRPr sz="1700"/>
            </a:lvl2pPr>
            <a:lvl3pPr marL="1280108" indent="0">
              <a:buNone/>
              <a:defRPr sz="1400"/>
            </a:lvl3pPr>
            <a:lvl4pPr marL="1920163" indent="0">
              <a:buNone/>
              <a:defRPr sz="1300"/>
            </a:lvl4pPr>
            <a:lvl5pPr marL="2560218" indent="0">
              <a:buNone/>
              <a:defRPr sz="1300"/>
            </a:lvl5pPr>
            <a:lvl6pPr marL="3200273" indent="0">
              <a:buNone/>
              <a:defRPr sz="1300"/>
            </a:lvl6pPr>
            <a:lvl7pPr marL="3840326" indent="0">
              <a:buNone/>
              <a:defRPr sz="1300"/>
            </a:lvl7pPr>
            <a:lvl8pPr marL="4480381" indent="0">
              <a:buNone/>
              <a:defRPr sz="1300"/>
            </a:lvl8pPr>
            <a:lvl9pPr marL="5120436" indent="0">
              <a:buNone/>
              <a:defRPr sz="13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B980D-87E1-4605-B254-C7A49BAE31F4}" type="datetimeFigureOut">
              <a:rPr kumimoji="1" lang="ja-JP" altLang="en-US" smtClean="0"/>
              <a:t>2015/8/26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65CFA-5A16-4041-B18D-F4255D04F3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2069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B980D-87E1-4605-B254-C7A49BAE31F4}" type="datetimeFigureOut">
              <a:rPr kumimoji="1" lang="ja-JP" altLang="en-US" smtClean="0"/>
              <a:t>2015/8/26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65CFA-5A16-4041-B18D-F4255D04F3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7587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9281160" y="384494"/>
            <a:ext cx="2880360" cy="819213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640080" y="384494"/>
            <a:ext cx="8427720" cy="819213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B980D-87E1-4605-B254-C7A49BAE31F4}" type="datetimeFigureOut">
              <a:rPr kumimoji="1" lang="ja-JP" altLang="en-US" smtClean="0"/>
              <a:t>2015/8/26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65CFA-5A16-4041-B18D-F4255D04F3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6022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40080" y="384493"/>
            <a:ext cx="11521440" cy="1600200"/>
          </a:xfrm>
          <a:prstGeom prst="rect">
            <a:avLst/>
          </a:prstGeom>
        </p:spPr>
        <p:txBody>
          <a:bodyPr vert="horz" lIns="128010" tIns="64005" rIns="128010" bIns="64005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40080" y="2240281"/>
            <a:ext cx="11521440" cy="6336348"/>
          </a:xfrm>
          <a:prstGeom prst="rect">
            <a:avLst/>
          </a:prstGeom>
        </p:spPr>
        <p:txBody>
          <a:bodyPr vert="horz" lIns="128010" tIns="64005" rIns="128010" bIns="64005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40080" y="8898892"/>
            <a:ext cx="2987040" cy="511175"/>
          </a:xfrm>
          <a:prstGeom prst="rect">
            <a:avLst/>
          </a:prstGeom>
        </p:spPr>
        <p:txBody>
          <a:bodyPr vert="horz" lIns="128010" tIns="64005" rIns="128010" bIns="64005" rtlCol="0" anchor="ctr"/>
          <a:lstStyle>
            <a:lvl1pPr algn="l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6B980D-87E1-4605-B254-C7A49BAE31F4}" type="datetimeFigureOut">
              <a:rPr kumimoji="1" lang="ja-JP" altLang="en-US" smtClean="0"/>
              <a:t>2015/8/26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373880" y="8898892"/>
            <a:ext cx="4053840" cy="511175"/>
          </a:xfrm>
          <a:prstGeom prst="rect">
            <a:avLst/>
          </a:prstGeom>
        </p:spPr>
        <p:txBody>
          <a:bodyPr vert="horz" lIns="128010" tIns="64005" rIns="128010" bIns="64005" rtlCol="0" anchor="ctr"/>
          <a:lstStyle>
            <a:lvl1pPr algn="ct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9174480" y="8898892"/>
            <a:ext cx="2987040" cy="511175"/>
          </a:xfrm>
          <a:prstGeom prst="rect">
            <a:avLst/>
          </a:prstGeom>
        </p:spPr>
        <p:txBody>
          <a:bodyPr vert="horz" lIns="128010" tIns="64005" rIns="128010" bIns="64005" rtlCol="0" anchor="ctr"/>
          <a:lstStyle>
            <a:lvl1pPr algn="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465CFA-5A16-4041-B18D-F4255D04F3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296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80108" rtl="0" eaLnBrk="1" latinLnBrk="0" hangingPunct="1">
        <a:spcBef>
          <a:spcPct val="0"/>
        </a:spcBef>
        <a:buNone/>
        <a:defRPr kumimoji="1" sz="6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40" indent="-480040" algn="l" defTabSz="1280108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4500" kern="1200">
          <a:solidFill>
            <a:schemeClr val="tx1"/>
          </a:solidFill>
          <a:latin typeface="+mn-lt"/>
          <a:ea typeface="+mn-ea"/>
          <a:cs typeface="+mn-cs"/>
        </a:defRPr>
      </a:lvl1pPr>
      <a:lvl2pPr marL="1040088" indent="-400035" algn="l" defTabSz="1280108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900" kern="1200">
          <a:solidFill>
            <a:schemeClr val="tx1"/>
          </a:solidFill>
          <a:latin typeface="+mn-lt"/>
          <a:ea typeface="+mn-ea"/>
          <a:cs typeface="+mn-cs"/>
        </a:defRPr>
      </a:lvl2pPr>
      <a:lvl3pPr marL="1600136" indent="-320027" algn="l" defTabSz="1280108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190" indent="-320027" algn="l" defTabSz="1280108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880245" indent="-320027" algn="l" defTabSz="1280108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520299" indent="-320027" algn="l" defTabSz="1280108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4160353" indent="-320027" algn="l" defTabSz="1280108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408" indent="-320027" algn="l" defTabSz="1280108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5440463" indent="-320027" algn="l" defTabSz="1280108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280108" rtl="0" eaLnBrk="1" latinLnBrk="0" hangingPunct="1">
        <a:defRPr kumimoji="1"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55" algn="l" defTabSz="1280108" rtl="0" eaLnBrk="1" latinLnBrk="0" hangingPunct="1">
        <a:defRPr kumimoji="1"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08" algn="l" defTabSz="1280108" rtl="0" eaLnBrk="1" latinLnBrk="0" hangingPunct="1">
        <a:defRPr kumimoji="1"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163" algn="l" defTabSz="1280108" rtl="0" eaLnBrk="1" latinLnBrk="0" hangingPunct="1">
        <a:defRPr kumimoji="1"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60218" algn="l" defTabSz="1280108" rtl="0" eaLnBrk="1" latinLnBrk="0" hangingPunct="1">
        <a:defRPr kumimoji="1"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200273" algn="l" defTabSz="1280108" rtl="0" eaLnBrk="1" latinLnBrk="0" hangingPunct="1">
        <a:defRPr kumimoji="1"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840326" algn="l" defTabSz="1280108" rtl="0" eaLnBrk="1" latinLnBrk="0" hangingPunct="1">
        <a:defRPr kumimoji="1"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480381" algn="l" defTabSz="1280108" rtl="0" eaLnBrk="1" latinLnBrk="0" hangingPunct="1">
        <a:defRPr kumimoji="1"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5120436" algn="l" defTabSz="1280108" rtl="0" eaLnBrk="1" latinLnBrk="0" hangingPunct="1">
        <a:defRPr kumimoji="1" sz="2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グループ化 77"/>
          <p:cNvGrpSpPr>
            <a:grpSpLocks noChangeAspect="1"/>
          </p:cNvGrpSpPr>
          <p:nvPr/>
        </p:nvGrpSpPr>
        <p:grpSpPr>
          <a:xfrm>
            <a:off x="223371" y="3374328"/>
            <a:ext cx="12329938" cy="1429616"/>
            <a:chOff x="-324961" y="2284129"/>
            <a:chExt cx="9470000" cy="1098015"/>
          </a:xfrm>
        </p:grpSpPr>
        <p:sp>
          <p:nvSpPr>
            <p:cNvPr id="5" name="正方形/長方形 4"/>
            <p:cNvSpPr/>
            <p:nvPr/>
          </p:nvSpPr>
          <p:spPr>
            <a:xfrm>
              <a:off x="-87952" y="2924944"/>
              <a:ext cx="288032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spcCol="0"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200080" y="2924944"/>
              <a:ext cx="288032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spcCol="0"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/>
            <p:cNvSpPr/>
            <p:nvPr/>
          </p:nvSpPr>
          <p:spPr>
            <a:xfrm>
              <a:off x="488112" y="2924944"/>
              <a:ext cx="288032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spcCol="0"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/>
            <p:cNvSpPr/>
            <p:nvPr/>
          </p:nvSpPr>
          <p:spPr>
            <a:xfrm>
              <a:off x="776144" y="2924944"/>
              <a:ext cx="288032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spcCol="0"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/>
            <p:cNvSpPr/>
            <p:nvPr/>
          </p:nvSpPr>
          <p:spPr>
            <a:xfrm>
              <a:off x="1060210" y="2924944"/>
              <a:ext cx="288032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spcCol="0"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/>
            <p:cNvSpPr/>
            <p:nvPr/>
          </p:nvSpPr>
          <p:spPr>
            <a:xfrm>
              <a:off x="1342256" y="2924944"/>
              <a:ext cx="288032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spcCol="0"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/>
            <p:cNvSpPr/>
            <p:nvPr/>
          </p:nvSpPr>
          <p:spPr>
            <a:xfrm>
              <a:off x="1630288" y="2924944"/>
              <a:ext cx="288032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spcCol="0"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正方形/長方形 11"/>
            <p:cNvSpPr/>
            <p:nvPr/>
          </p:nvSpPr>
          <p:spPr>
            <a:xfrm>
              <a:off x="1918792" y="2924944"/>
              <a:ext cx="288032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spcCol="0"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正方形/長方形 12"/>
            <p:cNvSpPr/>
            <p:nvPr/>
          </p:nvSpPr>
          <p:spPr>
            <a:xfrm>
              <a:off x="2206824" y="2924944"/>
              <a:ext cx="288032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spcCol="0"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/>
            <p:cNvSpPr/>
            <p:nvPr/>
          </p:nvSpPr>
          <p:spPr>
            <a:xfrm>
              <a:off x="2494856" y="2924944"/>
              <a:ext cx="288032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spcCol="0" rtlCol="0" anchor="ctr"/>
            <a:lstStyle/>
            <a:p>
              <a:pPr algn="ctr"/>
              <a:endParaRPr kumimoji="1" lang="ja-JP" altLang="en-US" i="1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15" name="正方形/長方形 14"/>
            <p:cNvSpPr/>
            <p:nvPr/>
          </p:nvSpPr>
          <p:spPr>
            <a:xfrm>
              <a:off x="2782888" y="2924944"/>
              <a:ext cx="288032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spcCol="0"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正方形/長方形 15"/>
            <p:cNvSpPr/>
            <p:nvPr/>
          </p:nvSpPr>
          <p:spPr>
            <a:xfrm>
              <a:off x="3070920" y="2924944"/>
              <a:ext cx="288032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spcCol="0"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正方形/長方形 16"/>
            <p:cNvSpPr/>
            <p:nvPr/>
          </p:nvSpPr>
          <p:spPr>
            <a:xfrm>
              <a:off x="3358952" y="2924944"/>
              <a:ext cx="288032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spcCol="0"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正方形/長方形 17"/>
            <p:cNvSpPr/>
            <p:nvPr/>
          </p:nvSpPr>
          <p:spPr>
            <a:xfrm>
              <a:off x="3646984" y="2924944"/>
              <a:ext cx="288032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spcCol="0"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正方形/長方形 18"/>
            <p:cNvSpPr/>
            <p:nvPr/>
          </p:nvSpPr>
          <p:spPr>
            <a:xfrm>
              <a:off x="3935016" y="2924944"/>
              <a:ext cx="288032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spcCol="0"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正方形/長方形 19"/>
            <p:cNvSpPr/>
            <p:nvPr/>
          </p:nvSpPr>
          <p:spPr>
            <a:xfrm>
              <a:off x="4223048" y="2924944"/>
              <a:ext cx="288032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spcCol="0"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正方形/長方形 20"/>
            <p:cNvSpPr/>
            <p:nvPr/>
          </p:nvSpPr>
          <p:spPr>
            <a:xfrm>
              <a:off x="4511080" y="2924944"/>
              <a:ext cx="288032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spcCol="0"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正方形/長方形 21"/>
            <p:cNvSpPr/>
            <p:nvPr/>
          </p:nvSpPr>
          <p:spPr>
            <a:xfrm>
              <a:off x="4799112" y="2924944"/>
              <a:ext cx="288032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spcCol="0"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正方形/長方形 22"/>
            <p:cNvSpPr/>
            <p:nvPr/>
          </p:nvSpPr>
          <p:spPr>
            <a:xfrm>
              <a:off x="5087144" y="2924944"/>
              <a:ext cx="288032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spcCol="0"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正方形/長方形 23"/>
            <p:cNvSpPr/>
            <p:nvPr/>
          </p:nvSpPr>
          <p:spPr>
            <a:xfrm>
              <a:off x="5375156" y="2924944"/>
              <a:ext cx="288032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spcCol="0"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正方形/長方形 24"/>
            <p:cNvSpPr/>
            <p:nvPr/>
          </p:nvSpPr>
          <p:spPr>
            <a:xfrm>
              <a:off x="5663188" y="2924944"/>
              <a:ext cx="288032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spcCol="0"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正方形/長方形 25"/>
            <p:cNvSpPr/>
            <p:nvPr/>
          </p:nvSpPr>
          <p:spPr>
            <a:xfrm>
              <a:off x="5951220" y="2924944"/>
              <a:ext cx="288032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spcCol="0"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正方形/長方形 26"/>
            <p:cNvSpPr/>
            <p:nvPr/>
          </p:nvSpPr>
          <p:spPr>
            <a:xfrm>
              <a:off x="6239252" y="2924944"/>
              <a:ext cx="288032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spcCol="0"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/>
            <p:cNvSpPr/>
            <p:nvPr/>
          </p:nvSpPr>
          <p:spPr>
            <a:xfrm>
              <a:off x="6527284" y="2924944"/>
              <a:ext cx="288032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spcCol="0"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正方形/長方形 28"/>
            <p:cNvSpPr/>
            <p:nvPr/>
          </p:nvSpPr>
          <p:spPr>
            <a:xfrm>
              <a:off x="6815316" y="2924944"/>
              <a:ext cx="288032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spcCol="0"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正方形/長方形 29"/>
            <p:cNvSpPr/>
            <p:nvPr/>
          </p:nvSpPr>
          <p:spPr>
            <a:xfrm>
              <a:off x="7103348" y="2924944"/>
              <a:ext cx="288032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spcCol="0"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正方形/長方形 30"/>
            <p:cNvSpPr/>
            <p:nvPr/>
          </p:nvSpPr>
          <p:spPr>
            <a:xfrm>
              <a:off x="7391380" y="2924944"/>
              <a:ext cx="288032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spcCol="0"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正方形/長方形 31"/>
            <p:cNvSpPr/>
            <p:nvPr/>
          </p:nvSpPr>
          <p:spPr>
            <a:xfrm>
              <a:off x="7679412" y="2924944"/>
              <a:ext cx="288032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spcCol="0"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正方形/長方形 32"/>
            <p:cNvSpPr/>
            <p:nvPr/>
          </p:nvSpPr>
          <p:spPr>
            <a:xfrm>
              <a:off x="7967444" y="2924944"/>
              <a:ext cx="288032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spcCol="0"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正方形/長方形 33"/>
            <p:cNvSpPr/>
            <p:nvPr/>
          </p:nvSpPr>
          <p:spPr>
            <a:xfrm>
              <a:off x="8255476" y="2924944"/>
              <a:ext cx="288032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spcCol="0"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正方形/長方形 34"/>
            <p:cNvSpPr/>
            <p:nvPr/>
          </p:nvSpPr>
          <p:spPr>
            <a:xfrm>
              <a:off x="8551108" y="2924944"/>
              <a:ext cx="288032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spcCol="0"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8839140" y="2924944"/>
              <a:ext cx="288032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spcCol="0"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8" name="直線コネクタ 37"/>
            <p:cNvCxnSpPr/>
            <p:nvPr/>
          </p:nvCxnSpPr>
          <p:spPr>
            <a:xfrm flipV="1">
              <a:off x="41196" y="2708921"/>
              <a:ext cx="0" cy="21602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テキスト ボックス 38"/>
            <p:cNvSpPr txBox="1"/>
            <p:nvPr/>
          </p:nvSpPr>
          <p:spPr>
            <a:xfrm>
              <a:off x="-324961" y="2348238"/>
              <a:ext cx="698675" cy="3407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kumimoji="1"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Sign </a:t>
              </a:r>
              <a:r>
                <a: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kumimoji="1" lang="ja-JP" alt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右中かっこ 39"/>
            <p:cNvSpPr/>
            <p:nvPr/>
          </p:nvSpPr>
          <p:spPr>
            <a:xfrm rot="16200000">
              <a:off x="1224537" y="1654622"/>
              <a:ext cx="247229" cy="2293414"/>
            </a:xfrm>
            <a:prstGeom prst="righ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91436" tIns="45718" rIns="91436" bIns="45718" spcCol="0"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テキスト ボックス 40"/>
            <p:cNvSpPr txBox="1"/>
            <p:nvPr/>
          </p:nvSpPr>
          <p:spPr>
            <a:xfrm>
              <a:off x="563177" y="2284492"/>
              <a:ext cx="1737191" cy="3407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kumimoji="1"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Exponent </a:t>
              </a:r>
              <a:r>
                <a: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ja-JP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(8bit)</a:t>
              </a:r>
              <a:endPara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右中かっこ 41"/>
            <p:cNvSpPr/>
            <p:nvPr/>
          </p:nvSpPr>
          <p:spPr>
            <a:xfrm rot="16200000">
              <a:off x="5692822" y="-509408"/>
              <a:ext cx="247229" cy="6621475"/>
            </a:xfrm>
            <a:prstGeom prst="righ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91436" tIns="45718" rIns="91436" bIns="45718" spcCol="0"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テキスト ボックス 42"/>
            <p:cNvSpPr txBox="1"/>
            <p:nvPr/>
          </p:nvSpPr>
          <p:spPr>
            <a:xfrm>
              <a:off x="4430749" y="2284129"/>
              <a:ext cx="2713878" cy="3407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kumimoji="1"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Significand field </a:t>
              </a:r>
              <a:r>
                <a: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p-1 </a:t>
              </a:r>
              <a:r>
                <a:rPr kumimoji="1"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(23bit)</a:t>
              </a:r>
              <a:endParaRPr kumimoji="1"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テキスト ボックス 43"/>
            <p:cNvSpPr txBox="1"/>
            <p:nvPr/>
          </p:nvSpPr>
          <p:spPr>
            <a:xfrm>
              <a:off x="2443566" y="2976498"/>
              <a:ext cx="323114" cy="3407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kumimoji="1" lang="en-US" altLang="ja-JP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ja-JP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テキスト ボックス 44"/>
            <p:cNvSpPr txBox="1"/>
            <p:nvPr/>
          </p:nvSpPr>
          <p:spPr>
            <a:xfrm>
              <a:off x="2740877" y="2976498"/>
              <a:ext cx="323114" cy="3407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kumimoji="1" lang="en-US" altLang="ja-JP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ja-JP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テキスト ボックス 45"/>
            <p:cNvSpPr txBox="1"/>
            <p:nvPr/>
          </p:nvSpPr>
          <p:spPr>
            <a:xfrm>
              <a:off x="3030173" y="2976498"/>
              <a:ext cx="323114" cy="3407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kumimoji="1" lang="en-US" altLang="ja-JP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ja-JP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テキスト ボックス 46"/>
            <p:cNvSpPr txBox="1"/>
            <p:nvPr/>
          </p:nvSpPr>
          <p:spPr>
            <a:xfrm>
              <a:off x="3319468" y="2976498"/>
              <a:ext cx="323114" cy="3407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kumimoji="1" lang="en-US" altLang="ja-JP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ja-JP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テキスト ボックス 47"/>
            <p:cNvSpPr txBox="1"/>
            <p:nvPr/>
          </p:nvSpPr>
          <p:spPr>
            <a:xfrm>
              <a:off x="3608763" y="2976498"/>
              <a:ext cx="323114" cy="3407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kumimoji="1" lang="en-US" altLang="ja-JP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ja-JP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テキスト ボックス 48"/>
            <p:cNvSpPr txBox="1"/>
            <p:nvPr/>
          </p:nvSpPr>
          <p:spPr>
            <a:xfrm>
              <a:off x="3898058" y="2976498"/>
              <a:ext cx="323114" cy="3407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kumimoji="1" lang="en-US" altLang="ja-JP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ja-JP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テキスト ボックス 49"/>
            <p:cNvSpPr txBox="1"/>
            <p:nvPr/>
          </p:nvSpPr>
          <p:spPr>
            <a:xfrm>
              <a:off x="4187355" y="2976498"/>
              <a:ext cx="323114" cy="3407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kumimoji="1" lang="en-US" altLang="ja-JP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ja-JP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テキスト ボックス 50"/>
            <p:cNvSpPr txBox="1"/>
            <p:nvPr/>
          </p:nvSpPr>
          <p:spPr>
            <a:xfrm>
              <a:off x="4466085" y="2976498"/>
              <a:ext cx="323114" cy="3407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kumimoji="1" lang="en-US" altLang="ja-JP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ja-JP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テキスト ボックス 51"/>
            <p:cNvSpPr txBox="1"/>
            <p:nvPr/>
          </p:nvSpPr>
          <p:spPr>
            <a:xfrm>
              <a:off x="4763396" y="2976498"/>
              <a:ext cx="323114" cy="3407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ja-JP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ja-JP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テキスト ボックス 52"/>
            <p:cNvSpPr txBox="1"/>
            <p:nvPr/>
          </p:nvSpPr>
          <p:spPr>
            <a:xfrm>
              <a:off x="5006970" y="2976498"/>
              <a:ext cx="399829" cy="3407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ja-JP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ja-JP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テキスト ボックス 53"/>
            <p:cNvSpPr txBox="1"/>
            <p:nvPr/>
          </p:nvSpPr>
          <p:spPr>
            <a:xfrm>
              <a:off x="5303886" y="2976498"/>
              <a:ext cx="388516" cy="3407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kumimoji="1" lang="en-US" altLang="ja-JP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ja-JP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テキスト ボックス 54"/>
            <p:cNvSpPr txBox="1"/>
            <p:nvPr/>
          </p:nvSpPr>
          <p:spPr>
            <a:xfrm>
              <a:off x="5585560" y="2976498"/>
              <a:ext cx="399829" cy="3407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kumimoji="1" lang="en-US" altLang="ja-JP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ja-JP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テキスト ボックス 55"/>
            <p:cNvSpPr txBox="1"/>
            <p:nvPr/>
          </p:nvSpPr>
          <p:spPr>
            <a:xfrm>
              <a:off x="5882475" y="2976498"/>
              <a:ext cx="399829" cy="3407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kumimoji="1" lang="en-US" altLang="ja-JP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  <a:endParaRPr kumimoji="1" lang="ja-JP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テキスト ボックス 56"/>
            <p:cNvSpPr txBox="1"/>
            <p:nvPr/>
          </p:nvSpPr>
          <p:spPr>
            <a:xfrm>
              <a:off x="6164152" y="2976498"/>
              <a:ext cx="399829" cy="3407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kumimoji="1" lang="en-US" altLang="ja-JP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14</a:t>
              </a:r>
              <a:endParaRPr kumimoji="1" lang="ja-JP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テキスト ボックス 57"/>
            <p:cNvSpPr txBox="1"/>
            <p:nvPr/>
          </p:nvSpPr>
          <p:spPr>
            <a:xfrm>
              <a:off x="6451829" y="2976498"/>
              <a:ext cx="399829" cy="3407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ja-JP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  <a:endParaRPr kumimoji="1" lang="ja-JP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テキスト ボックス 58"/>
            <p:cNvSpPr txBox="1"/>
            <p:nvPr/>
          </p:nvSpPr>
          <p:spPr>
            <a:xfrm>
              <a:off x="6748744" y="2976498"/>
              <a:ext cx="399829" cy="3407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kumimoji="1" lang="en-US" altLang="ja-JP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endParaRPr kumimoji="1" lang="ja-JP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テキスト ボックス 59"/>
            <p:cNvSpPr txBox="1"/>
            <p:nvPr/>
          </p:nvSpPr>
          <p:spPr>
            <a:xfrm>
              <a:off x="7030419" y="2976498"/>
              <a:ext cx="399829" cy="3407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kumimoji="1" lang="en-US" altLang="ja-JP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17</a:t>
              </a:r>
              <a:endParaRPr kumimoji="1" lang="ja-JP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テキスト ボックス 60"/>
            <p:cNvSpPr txBox="1"/>
            <p:nvPr/>
          </p:nvSpPr>
          <p:spPr>
            <a:xfrm>
              <a:off x="7327334" y="2976498"/>
              <a:ext cx="399829" cy="3407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kumimoji="1" lang="en-US" altLang="ja-JP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18</a:t>
              </a:r>
              <a:endParaRPr kumimoji="1" lang="ja-JP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テキスト ボックス 61"/>
            <p:cNvSpPr txBox="1"/>
            <p:nvPr/>
          </p:nvSpPr>
          <p:spPr>
            <a:xfrm>
              <a:off x="7609010" y="2976498"/>
              <a:ext cx="399829" cy="3407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kumimoji="1" lang="en-US" altLang="ja-JP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19</a:t>
              </a:r>
              <a:endParaRPr kumimoji="1" lang="ja-JP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テキスト ボックス 62"/>
            <p:cNvSpPr txBox="1"/>
            <p:nvPr/>
          </p:nvSpPr>
          <p:spPr>
            <a:xfrm>
              <a:off x="7884944" y="2976498"/>
              <a:ext cx="399829" cy="3407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ja-JP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  <a:endParaRPr kumimoji="1" lang="ja-JP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テキスト ボックス 63"/>
            <p:cNvSpPr txBox="1"/>
            <p:nvPr/>
          </p:nvSpPr>
          <p:spPr>
            <a:xfrm>
              <a:off x="8166619" y="2976498"/>
              <a:ext cx="399829" cy="3407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ja-JP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21</a:t>
              </a:r>
              <a:endParaRPr kumimoji="1" lang="ja-JP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テキスト ボックス 64"/>
            <p:cNvSpPr txBox="1"/>
            <p:nvPr/>
          </p:nvSpPr>
          <p:spPr>
            <a:xfrm>
              <a:off x="8463534" y="2976498"/>
              <a:ext cx="399829" cy="3407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ja-JP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22</a:t>
              </a:r>
              <a:endParaRPr kumimoji="1" lang="ja-JP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テキスト ボックス 65"/>
            <p:cNvSpPr txBox="1"/>
            <p:nvPr/>
          </p:nvSpPr>
          <p:spPr>
            <a:xfrm>
              <a:off x="8745210" y="2976498"/>
              <a:ext cx="399829" cy="3407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ja-JP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23</a:t>
              </a:r>
              <a:endParaRPr kumimoji="1" lang="ja-JP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テキスト ボックス 66"/>
            <p:cNvSpPr txBox="1"/>
            <p:nvPr/>
          </p:nvSpPr>
          <p:spPr>
            <a:xfrm>
              <a:off x="153225" y="2976498"/>
              <a:ext cx="310519" cy="3407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kumimoji="1" lang="en-US" altLang="ja-JP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kumimoji="1" lang="ja-JP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テキスト ボックス 67"/>
            <p:cNvSpPr txBox="1"/>
            <p:nvPr/>
          </p:nvSpPr>
          <p:spPr>
            <a:xfrm>
              <a:off x="450535" y="2976498"/>
              <a:ext cx="310519" cy="3407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kumimoji="1" lang="en-US" altLang="ja-JP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ja-JP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テキスト ボックス 68"/>
            <p:cNvSpPr txBox="1"/>
            <p:nvPr/>
          </p:nvSpPr>
          <p:spPr>
            <a:xfrm>
              <a:off x="739830" y="2976498"/>
              <a:ext cx="310519" cy="3407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kumimoji="1" lang="en-US" altLang="ja-JP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ja-JP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テキスト ボックス 69"/>
            <p:cNvSpPr txBox="1"/>
            <p:nvPr/>
          </p:nvSpPr>
          <p:spPr>
            <a:xfrm>
              <a:off x="1029125" y="2976498"/>
              <a:ext cx="310519" cy="3407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kumimoji="1" lang="en-US" altLang="ja-JP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ja-JP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テキスト ボックス 70"/>
            <p:cNvSpPr txBox="1"/>
            <p:nvPr/>
          </p:nvSpPr>
          <p:spPr>
            <a:xfrm>
              <a:off x="1318420" y="2976498"/>
              <a:ext cx="310519" cy="3407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kumimoji="1" lang="en-US" altLang="ja-JP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ja-JP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テキスト ボックス 71"/>
            <p:cNvSpPr txBox="1"/>
            <p:nvPr/>
          </p:nvSpPr>
          <p:spPr>
            <a:xfrm>
              <a:off x="1607715" y="2976498"/>
              <a:ext cx="310519" cy="3407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kumimoji="1" lang="en-US" altLang="ja-JP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ja-JP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テキスト ボックス 72"/>
            <p:cNvSpPr txBox="1"/>
            <p:nvPr/>
          </p:nvSpPr>
          <p:spPr>
            <a:xfrm>
              <a:off x="1897013" y="2976498"/>
              <a:ext cx="310519" cy="3407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kumimoji="1" lang="en-US" altLang="ja-JP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ja-JP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テキスト ボックス 73"/>
            <p:cNvSpPr txBox="1"/>
            <p:nvPr/>
          </p:nvSpPr>
          <p:spPr>
            <a:xfrm>
              <a:off x="2175743" y="2976498"/>
              <a:ext cx="310519" cy="3407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kumimoji="1" lang="en-US" altLang="ja-JP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ja-JP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テキスト ボックス 74"/>
            <p:cNvSpPr txBox="1"/>
            <p:nvPr/>
          </p:nvSpPr>
          <p:spPr>
            <a:xfrm>
              <a:off x="-89822" y="2976498"/>
              <a:ext cx="221209" cy="3407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kumimoji="1" lang="en-US" altLang="ja-JP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kumimoji="1" lang="ja-JP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7200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46</Words>
  <Application>Microsoft Office PowerPoint</Application>
  <PresentationFormat>A3 297x420 mm</PresentationFormat>
  <Paragraphs>36</Paragraphs>
  <Slides>1</Slides>
  <Notes>1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2" baseType="lpstr">
      <vt:lpstr>Office ​​テーマ</vt:lpstr>
      <vt:lpstr>PowerPoint プレゼンテーション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Kouta Sekine</dc:creator>
  <cp:lastModifiedBy>Kouta Sekine</cp:lastModifiedBy>
  <cp:revision>20</cp:revision>
  <dcterms:created xsi:type="dcterms:W3CDTF">2015-08-26T05:11:20Z</dcterms:created>
  <dcterms:modified xsi:type="dcterms:W3CDTF">2015-08-26T06:39:21Z</dcterms:modified>
</cp:coreProperties>
</file>